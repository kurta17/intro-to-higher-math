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notesMaster" Target="notesMasters/notes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Relationship Id="rId23" Type="http://schemas.openxmlformats.org/officeDocument/2006/relationships/slide" Target="slides/slide21.xml"/>
<Relationship Id="rId24" Type="http://schemas.openxmlformats.org/officeDocument/2006/relationships/slide" Target="slides/slide22.xml"/>
<Relationship Id="rId25" Type="http://schemas.openxmlformats.org/officeDocument/2006/relationships/slide" Target="slides/slide23.xml"/>
<Relationship Id="rId26" Type="http://schemas.openxmlformats.org/officeDocument/2006/relationships/slide" Target="slides/slide24.xml"/>
<Relationship Id="rId27" Type="http://schemas.openxmlformats.org/officeDocument/2006/relationships/slide" Target="slides/slide25.xml"/>
<Relationship Id="rId28" Type="http://schemas.openxmlformats.org/officeDocument/2006/relationships/slide" Target="slides/slide26.xml"/>
<Relationship Id="rId29" Type="http://schemas.openxmlformats.org/officeDocument/2006/relationships/slide" Target="slides/slide27.xml"/>
<Relationship Id="rId30" Type="http://schemas.openxmlformats.org/officeDocument/2006/relationships/slide" Target="slides/slide28.xml"/>
<Relationship Id="rId31" Type="http://schemas.openxmlformats.org/officeDocument/2006/relationships/slide" Target="slides/slide29.xml"/>
<Relationship Id="rId32" Type="http://schemas.openxmlformats.org/officeDocument/2006/relationships/theme" Target="theme/theme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6858000" cy="12192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Session 3: students now know what a function is. Today gives them useful families of functions to recognise and compare. State that every graph shown today has a declared domain; when none is written, use the natural real domain of the formula.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deliberate repeat: polynomials appear today as a function family and return in Session 12 for deeper algebra. The course moves from the language of functions to proof techniques next session.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predictions, not answers from memory. At $x=1$, $x^2=1$ and $2^x=2$; at $x=3$, $9&gt;8$; at $x=10$, $1024&gt;100$. This makes the need for the word "eventually" visible. Do not yet claim a formal growth theorem; it appears later.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aloud. "Possible roots" is deliberate: a degree-$n$ polynomial has at most $n$ distinct real roots, not necessarily exactly $n$. The three family sections each return to the same questions: domain, range, shape, and rate of change.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$b&gt;0$ on this first-pass transformation rule so that the horizontal reflection case does not distract. Demonstrate with $g(x)=-2f(3(x-1))+4$: right $1$, horizontal compression by factor $1/3$, vertical stretch by $2$, vertical reflection, then up $4$. Emphasise that $f(x-3)$ shifts right, not left: to get the same old output $f(0)$, the new input must be $x=3$.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name familiar examples. A constant nonzero polynomial has degree $0$; the zero polynomial is special and does not have a degree under the usual convention, so leave it out of the classification discussion.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$5x^2-2x^5$ has degree $5$, not $2$: position in the written expression is irrelevant. Mention that terms with coefficient zero are absent. The zero polynomial is excluded because there is no "largest exponent with nonzero coefficient."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"Up" means $p(x)\to+\infty$ and "down" means $p(x)\to-\infty$. Explain "leading term wins" informally: dividing by $x^n$ gives $p(x)/x^n=a_n+a_{n-1}/x+\cdots+a_0/x^n$, and all terms after $a_n$ approach $0$ as $|x|\to\infty$. This is a justification, not a slogan.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Substitute each root: $p(-2)=0$, $p(0)=0$, and $p(2)=0$. The "at most" statement is important: $x^2+1$ has no real roots, while $(x-1)^2$ has one distinct real root but degree $2$. Briefly justify the theorem: each distinct root supplies a distinct linear factor, and a degree-$n$ polynomial cannot contain more than $n$ such factors. A full complex-root statement comes in Session 13.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answer: degree $2$, leading coefficient $-1$; shift right $2$, up $3$, then reflect vertically; vertex $(2,3)$; both ends down. For roots, $-(x-2)^2+3=0$ is equivalent to $(x-2)^2=3$, then $x-2=\pm\sqrt3$, hence $x=2\pm\sqrt3$. The common mistake in the share prompt drops the horizontal shift.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put this up until every group has committed to an answer. Walk the four method steps in order and ask which step each group actually skipped — it is almost always step 4. Write $x-2=\pm\sqrt3$ on the board as a single line with two solutions, and say aloud that the $\pm$ is where a solution gets silently lost for the rest of their lives.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break divider. Read the exponent question in words before giving $x=3$. A logarithm is not an arbitrary new operation; it records the exponent in an exponential equation.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$2^x$ with $x^2$: in an exponential, $x$ is in the exponent. Explain the restrictions: a negative real base does not define a real value for every real exponent, and base $1$ gives a constant function, not growth or decay. "Never reaches $0$" follows from $b^x&gt;0$ for all real $x$ when $b&gt;0$.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multiplication: $100\cdot1.2^3=100\cdot1.728=172.8$. A $20\%$ increase is multiplication by $1+0.20$, while a $15\%$ decrease is multiplication by $1-0.15$. Do not call any steep-looking curve "exponential"; the constant ratio test is the definition in a model.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missing hypothesis before the rule: the base must be positive and different from $1$. Here $27=3^3$, so the exponents may be equated. Confirm by substitution: $3^{2(2)-1}=3^3=27$. For bases that do not conveniently match, logarithms are the next tool.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example as an exponential equation: $2^3=8$, $10^{-2}=0.01$, and $e^5=e^5$. The domain condition $x&gt;0$ must be said every time a logarithm is introduced. "ln" means logarithm base $e$, where $e\approx2.71828$.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condition $u,v&gt;0$ makes every displayed logarithm real. The product law follows directly from exponents: if $u=b^r$ and $v=b^s$, then $uv=b^{r+s}$.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Domain: $x-1&gt;0$ and $x+1&gt;0$, so $x&gt;1$. Then $\log_2((x-1)(x+1))=3$, so $x^2-1=8$, then $x^2=9$ and $x=\pm3$. The original domain retains only $x=3$. Check: $\log_2 2+\log_2 4=1+2=3$. This activity makes the log-domain condition operational rather than decorative.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activity exists to make step 1 a habit rather than a decoration. Ask who wrote the domain down before solving; usually very few. Point out that step 3 is legal only because step 1 guaranteed the inputs are positive, and that step 4 is not optional politeness — the algebra in step 3 genuinely produces a value that is not a solution.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base change, choose $a=e$ in practice: $\log_bx=\ln x/\ln b$. The growth statement assumes any fixed logarithm base greater than $1$; bases between $0$ and $1$ give negative logarithms for $n&gt;1$ and are not the intended growth convention. Give a finite comparison: $2^3=8&lt;3^2=9$, but $2^{10}=1024&gt;10^2=100$. We use the formal notation $\log n=o(n^k)$ and $n^k=o(c^n)$ only as optional vocabulary, not as required knowledge.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Ranking: $\log_2n&lt;n&lt;n\log_2n&lt;n^2&lt;2^n$ eventually. For $n&gt;2$, $\log_2n&gt;1$, so $n\log_2n&gt;n$. The step $n\log n&lt;n^2$ eventually follows from $\log n&lt;n$ eventually. The exponential term is the dangerous one for large inputs, but remind students that implementation constants and input size still matter in real computing.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is the transferable skill: dividing $n\log_2 n$ by $n$ leaves $\log_2 n$, and asking whether that exceeds $1$ settles the pair immediately. Take question 3 seriously in discussion — $2^n$ is the dangerous term, but remind them that implementation constants and input size still matter in real computing, so "asymptotically worse" is not the same as "slower on your laptop today".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3 introduced sine and cosine on the unit circle. Here the focus is graph structure and modelling. "Period $2\pi$" means $2\pi$ is the smallest positive period for sine and cosine; the displayed equations only establish that it is a period, so state the smallest-period claim verbally or prove it from one complete unit-circle turn.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amplitude is a nonnegative distance from the midline to a peak, so it is $|A|$, not $A$. The period calculation comes from demanding that the input to sine increase by $2\pi$: $B\Delta x=2\pi$, hence $\Delta x=2\pi/B$. The formula is also valid for cosine, with the same parameter meanings but a different starting shape.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Period: $2\pi/(\pi/12)=24$. For a maximum, sine must be $1$: $(\pi/12)(t-3)=\pi/2+2\pi k$, so $t=9+24k$; in one day $t=9$. For a minimum, use $3\pi/2+2\pi k$, giving $t=21+24k$. Make clear that the model's numerical values are illustrative, not a claim about every city or every day.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Amplitude $1.5$, midline $y=4$, period $2\pi/(\pi/6)=12$, range $[2.5,5.5]$. Cosine reaches a maximum when its input is $0+2\pi k$, so $t=2+12k$; the first one after $t=0$ is $t=2$. One cycle can run from $t=2$ to $t=14$: maximum $(2,5.5)$, midline crossings $(5,4)$ and $(11,4)$, minimum $(8,2.5)$, and next maximum $(14,5.5)$.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Amplitude $1.5$, midline $y=4$, period $2\pi/(\pi/6)=12$, range $[2.5,5.5]$. Cosine reaches a maximum when its input is $0+2\pi k$, so $t=2+12k$; the first one after $t=0$ is $t=2$. One cycle can run from $t=2$ to $t=14$: maximum $(2,5.5)$, midline crossings $(5,4)$ and $(11,4)$, minimum $(8,2.5)$, and next maximum $(14,5.5)$. Show the sketch only after pairs have drawn their own, and make them check the five labelled points against what they drew.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$x^3-4x=x(x-2)(x+2)$, so roots $-2,0,2$; odd degree with positive leading coefficient means down on the left and up on the right. 2. $125=5^3$, so $2x=3$ and $x=3/2$. 3. Amplitude $3$; period $2\pi/(\pi/4)=8$; $t+2=t-(-2)$ means shift left $2$; range $[-4,2]$. Collect or photograph this as a quick check of where to begin next class.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by asking students to name one condition they must not omit: $b&gt;0$, $b\ne1$, positive log input, or "eventually" in a growth statement. Preview that the next session asks them to justify claims like the ones made today, rather than merely use them.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png"/>
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3.png"/>
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4.png"/>
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5.png"/>
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6.png"/>
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7.png"/>
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8.png"/>
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9.png"/>
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0.png"/>
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1.png"/>
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2.png"/>
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3.png"/>
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4.png"/>
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5.png"/>
<Relationship Id="rId3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6.png"/>
<Relationship Id="rId3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7.png"/>
<Relationship Id="rId3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8.png"/>
<Relationship Id="rId3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9.png"/>
<Relationship Id="rId3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S deck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S notes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